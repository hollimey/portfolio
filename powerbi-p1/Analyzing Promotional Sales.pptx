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
  </p:notesMasterIdLst>
  <p:sldIdLst>
    <p:sldId id="257" r:id="rId2"/>
    <p:sldId id="258" r:id="rId3"/>
    <p:sldId id="259"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0" autoAdjust="0"/>
    <p:restoredTop sz="86410" autoAdjust="0"/>
  </p:normalViewPr>
  <p:slideViewPr>
    <p:cSldViewPr snapToGrid="0" snapToObjects="1">
      <p:cViewPr varScale="1">
        <p:scale>
          <a:sx n="65" d="100"/>
          <a:sy n="65" d="100"/>
        </p:scale>
        <p:origin x="45" y="165"/>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87D92-DB40-4703-8876-E47AEF3775CF}" type="datetimeFigureOut">
              <a:rPr lang="en-US" smtClean="0"/>
              <a:t>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C1687F-CBDE-423C-AB13-D2BAEF936697}" type="slidenum">
              <a:rPr lang="en-US" smtClean="0"/>
              <a:t>‹#›</a:t>
            </a:fld>
            <a:endParaRPr lang="en-US"/>
          </a:p>
        </p:txBody>
      </p:sp>
    </p:spTree>
    <p:extLst>
      <p:ext uri="{BB962C8B-B14F-4D97-AF65-F5344CB8AC3E}">
        <p14:creationId xmlns:p14="http://schemas.microsoft.com/office/powerpoint/2010/main" val="4158231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Sales Quantity</a:t>
            </a:r>
            <a:endParaRPr dirty="0"/>
          </a:p>
          <a:p>
            <a:r>
              <a:rPr b="0" dirty="0"/>
              <a:t>No alt text provided</a:t>
            </a:r>
            <a:endParaRPr dirty="0"/>
          </a:p>
          <a:p>
            <a:endParaRPr dirty="0"/>
          </a:p>
          <a:p>
            <a:r>
              <a:rPr b="1" dirty="0"/>
              <a:t>Return Quantity</a:t>
            </a:r>
            <a:endParaRPr dirty="0"/>
          </a:p>
          <a:p>
            <a:r>
              <a:rPr b="0" dirty="0"/>
              <a:t>No alt text provided</a:t>
            </a:r>
            <a:endParaRPr dirty="0"/>
          </a:p>
          <a:p>
            <a:endParaRPr dirty="0"/>
          </a:p>
          <a:p>
            <a:r>
              <a:rPr b="1" dirty="0"/>
              <a:t>Net Quantity</a:t>
            </a:r>
            <a:endParaRPr dirty="0"/>
          </a:p>
          <a:p>
            <a:r>
              <a:rPr b="0" dirty="0"/>
              <a:t>No alt text provided</a:t>
            </a:r>
            <a:endParaRPr dirty="0"/>
          </a:p>
          <a:p>
            <a:endParaRPr dirty="0"/>
          </a:p>
          <a:p>
            <a:r>
              <a:rPr b="1" dirty="0"/>
              <a:t>Sales Amount</a:t>
            </a:r>
            <a:endParaRPr dirty="0"/>
          </a:p>
          <a:p>
            <a:r>
              <a:rPr b="0" dirty="0"/>
              <a:t>No alt text provided</a:t>
            </a:r>
            <a:endParaRPr dirty="0"/>
          </a:p>
          <a:p>
            <a:endParaRPr dirty="0"/>
          </a:p>
          <a:p>
            <a:r>
              <a:rPr b="1" dirty="0"/>
              <a:t>Return Amount</a:t>
            </a:r>
            <a:endParaRPr dirty="0"/>
          </a:p>
          <a:p>
            <a:r>
              <a:rPr b="0" dirty="0"/>
              <a:t>No alt text provided</a:t>
            </a:r>
            <a:endParaRPr dirty="0"/>
          </a:p>
          <a:p>
            <a:endParaRPr dirty="0"/>
          </a:p>
          <a:p>
            <a:r>
              <a:rPr b="1" dirty="0"/>
              <a:t>Cost of Goods</a:t>
            </a:r>
            <a:endParaRPr dirty="0"/>
          </a:p>
          <a:p>
            <a:r>
              <a:rPr b="0" dirty="0"/>
              <a:t>No alt text provided</a:t>
            </a:r>
            <a:endParaRPr dirty="0"/>
          </a:p>
          <a:p>
            <a:endParaRPr dirty="0"/>
          </a:p>
          <a:p>
            <a:r>
              <a:rPr b="1" dirty="0"/>
              <a:t>Net Profits</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Net Quantity by Promotion and Year</a:t>
            </a:r>
            <a:endParaRPr dirty="0"/>
          </a:p>
          <a:p>
            <a:r>
              <a:rPr b="0" dirty="0"/>
              <a:t>No alt text provided</a:t>
            </a:r>
            <a:endParaRPr dirty="0"/>
          </a:p>
          <a:p>
            <a:endParaRPr dirty="0"/>
          </a:p>
          <a:p>
            <a:r>
              <a:rPr b="1" dirty="0"/>
              <a:t>Return % &amp; Avg Quantity Sold Per Day</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Sales Quantity</a:t>
            </a:r>
            <a:endParaRPr dirty="0"/>
          </a:p>
          <a:p>
            <a:r>
              <a:rPr b="0" dirty="0"/>
              <a:t>No alt text provided</a:t>
            </a:r>
            <a:endParaRPr dirty="0"/>
          </a:p>
          <a:p>
            <a:endParaRPr dirty="0"/>
          </a:p>
          <a:p>
            <a:r>
              <a:rPr b="1" dirty="0"/>
              <a:t>Return Quantity</a:t>
            </a:r>
            <a:endParaRPr dirty="0"/>
          </a:p>
          <a:p>
            <a:r>
              <a:rPr b="0" dirty="0"/>
              <a:t>No alt text provided</a:t>
            </a:r>
            <a:endParaRPr dirty="0"/>
          </a:p>
          <a:p>
            <a:endParaRPr dirty="0"/>
          </a:p>
          <a:p>
            <a:r>
              <a:rPr b="1" dirty="0"/>
              <a:t>Net Quantity</a:t>
            </a:r>
            <a:endParaRPr dirty="0"/>
          </a:p>
          <a:p>
            <a:r>
              <a:rPr b="0" dirty="0"/>
              <a:t>No alt text provided</a:t>
            </a:r>
            <a:endParaRPr dirty="0"/>
          </a:p>
          <a:p>
            <a:endParaRPr dirty="0"/>
          </a:p>
          <a:p>
            <a:r>
              <a:rPr b="1" dirty="0"/>
              <a:t>Sales Amount</a:t>
            </a:r>
            <a:endParaRPr dirty="0"/>
          </a:p>
          <a:p>
            <a:r>
              <a:rPr b="0" dirty="0"/>
              <a:t>No alt text provided</a:t>
            </a:r>
            <a:endParaRPr dirty="0"/>
          </a:p>
          <a:p>
            <a:endParaRPr dirty="0"/>
          </a:p>
          <a:p>
            <a:r>
              <a:rPr b="1" dirty="0"/>
              <a:t>Return Amount</a:t>
            </a:r>
            <a:endParaRPr dirty="0"/>
          </a:p>
          <a:p>
            <a:r>
              <a:rPr b="0" dirty="0"/>
              <a:t>No alt text provided</a:t>
            </a:r>
            <a:endParaRPr dirty="0"/>
          </a:p>
          <a:p>
            <a:endParaRPr dirty="0"/>
          </a:p>
          <a:p>
            <a:r>
              <a:rPr b="1" dirty="0"/>
              <a:t>Cost of Goods</a:t>
            </a:r>
            <a:endParaRPr dirty="0"/>
          </a:p>
          <a:p>
            <a:r>
              <a:rPr b="0" dirty="0"/>
              <a:t>No alt text provided</a:t>
            </a:r>
            <a:endParaRPr dirty="0"/>
          </a:p>
          <a:p>
            <a:endParaRPr dirty="0"/>
          </a:p>
          <a:p>
            <a:r>
              <a:rPr b="1" dirty="0"/>
              <a:t>Net Profits</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a58b3630-bb81-45fa-9d7a-92e8c2760ce2/?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a58b3630-bb81-45fa-9d7a-92e8c2760ce2/?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image ,shape ,shape ,Sales Quantity ,Return Quantity ,Net Quantity ,Sales Amount ,Return Amount ,Cost of Goods ,Net Profits ,slicer ,slicer ,slicer ,slicer ,slicer ,tableEx ,slicer ,slicer ,Net Quantity by Promotion and Year ,Return % &amp; Avg Quantity Sold Per Day.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Promotion Analysis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image ,shape ,shape ,Sales Quantity ,Return Quantity ,Net Quantity ,Sales Amount ,Return Amount ,Cost of Goods ,Net Profits ,slicer ,slicer ,slicer ,slicer ,slicer ,slicer ,slicer ,pivotTabl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Product Details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2E83A-23A3-EED1-A85E-53919528BF48}"/>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AAB0143F-51A5-1218-933D-7879AFB0C4AA}"/>
              </a:ext>
            </a:extLst>
          </p:cNvPr>
          <p:cNvPicPr>
            <a:picLocks noGrp="1" noChangeAspect="1"/>
          </p:cNvPicPr>
          <p:nvPr>
            <p:ph idx="1"/>
          </p:nvPr>
        </p:nvPicPr>
        <p:blipFill>
          <a:blip r:embed="rId2"/>
          <a:stretch>
            <a:fillRect/>
          </a:stretch>
        </p:blipFill>
        <p:spPr>
          <a:xfrm>
            <a:off x="88487" y="-53786"/>
            <a:ext cx="12019935" cy="6951354"/>
          </a:xfrm>
          <a:prstGeom prst="rect">
            <a:avLst/>
          </a:prstGeom>
        </p:spPr>
      </p:pic>
      <p:sp>
        <p:nvSpPr>
          <p:cNvPr id="4" name="Text Placeholder 3">
            <a:extLst>
              <a:ext uri="{FF2B5EF4-FFF2-40B4-BE49-F238E27FC236}">
                <a16:creationId xmlns:a16="http://schemas.microsoft.com/office/drawing/2014/main" id="{23CA2B8C-3F2F-F32A-F2CA-F47C3A4A958E}"/>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3289394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8DEAE-65FA-2D77-46CD-1B71CCECEA01}"/>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06CEE3E4-171B-0D0C-3EF2-1999B9D74F1C}"/>
              </a:ext>
            </a:extLst>
          </p:cNvPr>
          <p:cNvPicPr>
            <a:picLocks noGrp="1" noChangeAspect="1"/>
          </p:cNvPicPr>
          <p:nvPr>
            <p:ph idx="1"/>
          </p:nvPr>
        </p:nvPicPr>
        <p:blipFill>
          <a:blip r:embed="rId2"/>
          <a:stretch>
            <a:fillRect/>
          </a:stretch>
        </p:blipFill>
        <p:spPr>
          <a:xfrm>
            <a:off x="154860" y="0"/>
            <a:ext cx="11872452" cy="6897380"/>
          </a:xfrm>
          <a:prstGeom prst="rect">
            <a:avLst/>
          </a:prstGeom>
        </p:spPr>
      </p:pic>
      <p:sp>
        <p:nvSpPr>
          <p:cNvPr id="4" name="Text Placeholder 3">
            <a:extLst>
              <a:ext uri="{FF2B5EF4-FFF2-40B4-BE49-F238E27FC236}">
                <a16:creationId xmlns:a16="http://schemas.microsoft.com/office/drawing/2014/main" id="{54E0E746-A4B6-8A82-62C2-8238641E0478}"/>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327918325"/>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TotalTime>
  <Words>222</Words>
  <Application>Microsoft Office PowerPoint</Application>
  <PresentationFormat>Widescreen</PresentationFormat>
  <Paragraphs>114</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Custom Design</vt:lpstr>
      <vt:lpstr>Promotion Analysis </vt:lpstr>
      <vt:lpstr>Product Details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 mo</cp:lastModifiedBy>
  <cp:revision>6</cp:revision>
  <dcterms:created xsi:type="dcterms:W3CDTF">2016-09-04T11:54:55Z</dcterms:created>
  <dcterms:modified xsi:type="dcterms:W3CDTF">2026-02-07T00:35:14Z</dcterms:modified>
</cp:coreProperties>
</file>